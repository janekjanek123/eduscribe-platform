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Introduction: The Geographical and Historical Context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FF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Exploring the Pivotal Events and Cultural Evolution of Poland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of Poland's geographical position in Europe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outline of Poland's timeline from medieval to modern times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Significance of Poland's history in shaping European history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major themes to be discussed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365760"/>
            <a:ext cx="548640" cy="548640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4" name="Shape 12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Birth of Poland: Establishment and Consolidation (10th–14th Century)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Mieszko I's baptism and the Christianization of Poland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the Piast dynasty's rule and expansion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the adoption of Western culture during the reign of Casimir III 'the Great'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of Mongol invasions and the Teutonic Knights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Golden Age: The Polish-Lithuanian Commonwealth (1386–1795)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the Polish-Lithuanian Union and its significance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the 'Golden Liberty' and the rise of the szlachta (nobility)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the Deluge and its effects on Poland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of the Partitions of Poland and their consequences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Struggle for Survival: The 19th Century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the Napoleonic period and the Duchy of Warsaw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the November Uprising and the January Uprising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the effects of industrialization and the rise of nationalism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into the cultural and scientific advancements during the 'Positivist' period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Regaining Independence: The Second Polish Republic (1918–1939)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Poland's rebirth after World War 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the Polish-Soviet War and the Treaty of Riga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the interwar period and its political, economic, and cultural developments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into the build-up to World War II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Dark Times: World War II (1939–1945)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the Invasion of Poland and the onset of World War II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the Holocaust in Poland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the Warsaw Uprising and its aftermath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of the Yalta Conference and its implications for Poland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Post-War Poland: The Communist Era (1945–1989)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of the establishment of the People's Republic of Poland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the economic and political conditions under communism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the Solidarity movement and the rise of Lech Wałęsa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the Round Table Talks and the fall of communism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Modern Poland: The Third Polish Republic (1989-Present)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Poland's transition to democracy and a market economy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of Poland's integration into the European Union and NATO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of contemporary challenges and successes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3152" cy="73152"/>
          </a:xfrm>
          <a:prstGeom prst="rect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63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into Polish culture and society today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286000" cy="1645920"/>
          </a:xfrm>
          <a:prstGeom prst="rect">
            <a:avLst/>
          </a:prstGeom>
          <a:solidFill>
            <a:srgbClr val="2A2F47">
              <a:alpha val="50000"/>
            </a:srgbClr>
          </a:solidFill>
          <a:ln w="25400">
            <a:solidFill>
              <a:srgbClr val="00FFC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132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9" name="Shape 17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Conclusion: Poland's Historical Legacy and Future Outlook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37160" cy="137160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key historical events and their lasting impact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37160" cy="137160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 on the resilience and determination of the Polish people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37160" cy="137160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 of Poland's role in modern Europe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37160" cy="137160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 of future trends and challenges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16" name="Shape 14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EduScribe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Polski: A Journey Through Time</dc:title>
  <dc:subject>zrób prezentacje o historii polski ma być dużo szczegółów i dat wszystko co najważniejsze maja być tez zdjęcia </dc:subject>
  <dc:creator>EduScribe AI</dc:creator>
  <cp:lastModifiedBy>EduScribe AI</cp:lastModifiedBy>
  <cp:revision>1</cp:revision>
  <dcterms:created xsi:type="dcterms:W3CDTF">2025-06-16T12:31:42Z</dcterms:created>
  <dcterms:modified xsi:type="dcterms:W3CDTF">2025-06-16T12:31:42Z</dcterms:modified>
</cp:coreProperties>
</file>