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Poland's Origins: The Formation of a Nation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Poland's roots trace back to the 10th century, heralding a millennium of rich history.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establishment of the Piast dynasty in 966 AD marked the baptism of Poland, a strategic move in international relations.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Poland's early centuries were characterized by territorial expansion and consolidation, setting the foundation for future prosperity.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09728" cy="109728"/>
          </a:xfrm>
          <a:prstGeom prst="circle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868680" y="3063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alliances and dynastic politics played a vital role in the nation's early development.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infographic representing Poland's early history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5" name="Shape 23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Poland's Golden Age: The Jagiellonian Era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15th and 16th centuries marked Poland's 'Golden Age' under the Jagiellonian dynasty.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Poland established itself as a European powerhouse, with a thriving economy and rich cultural life.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Union of Lublin (1569) created the Polish-Lithuanian Commonwealth, a significant geopolitical entity in Europe.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109728" cy="109728"/>
          </a:xfrm>
          <a:prstGeom prst="circle">
            <a:avLst/>
          </a:prstGeom>
          <a:ln/>
        </p:spPr>
      </p:sp>
      <p:sp>
        <p:nvSpPr>
          <p:cNvPr id="17" name="Text 15"/>
          <p:cNvSpPr/>
          <p:nvPr/>
        </p:nvSpPr>
        <p:spPr>
          <a:xfrm>
            <a:off x="868680" y="3063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Poland's Golden Age was characterized by religious tolerance, political freedom, and socio-economic prosperity.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💡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Infographic depicting the political structure and influence of the Commonwealth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5" name="Shape 23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Poland's Partitions and Struggle for Independence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late 18th century saw Poland partitioned by neighbouring powers, leading to 123 years of foreign rule.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Despite the partitions, Polish culture and identity remained resilient, with significant uprisings demonstrating a strong national spirit.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end of World War I saw the re-emergence of a sovereign Polish state, a testament to its enduring identity.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🎯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of Poland's partitions and post-WWI borders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Poland in the 20th Century: Turmoil and Transformation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Poland faced significant challenges in the 20th century, from WWII devastation to the imposition of Communist rule.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Solidarity movement of the 1980s was a remarkable demonstration of public resistance against authoritarian rule.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Post-1989, Poland embarked on a path of democratic transformation and economic reform, joining NATO in 1999 and the EU in 2004.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📈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Timeline of major 20th century events in Poland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00" cy="3200400"/>
          </a:xfrm>
          <a:prstGeom prst="rect">
            <a:avLst/>
          </a:prstGeom>
          <a:solidFill>
            <a:srgbClr val="252B42">
              <a:alpha val="9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3657600" cy="73152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Poland Today: A Strategic Outlook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109728" cy="109728"/>
          </a:xfrm>
          <a:prstGeom prst="circle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86868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 Poland has emerged as a key player in the European Union, with a dynamic economy and robust democratic institutions.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109728" cy="109728"/>
          </a:xfrm>
          <a:prstGeom prst="circle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868680" y="1965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Poland's strategic location in Europe positions it as a significant geopolitical entity, balancing East-West relations.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2560320"/>
            <a:ext cx="109728" cy="109728"/>
          </a:xfrm>
          <a:prstGeom prst="circle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country's history of resilience and transformation provides valuable lessons for navigating contemporary challenges.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252B42">
              <a:alpha val="80000"/>
            </a:srgbClr>
          </a:solidFill>
          <a:ln w="25400">
            <a:solidFill>
              <a:srgbClr val="2CD3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309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Element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4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Infographic depicting Poland's current geopolitical and economic status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3" name="Shape 21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D2E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-914400"/>
            <a:ext cx="2743200" cy="2743200"/>
          </a:xfrm>
          <a:prstGeom prst="circle">
            <a:avLst/>
          </a:prstGeom>
          <a:solidFill>
            <a:srgbClr val="00FFC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3657600"/>
            <a:ext cx="2286000" cy="2286000"/>
          </a:xfrm>
          <a:prstGeom prst="circle">
            <a:avLst/>
          </a:prstGeom>
          <a:solidFill>
            <a:srgbClr val="2CD3E1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252B42">
              <a:alpha val="85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Insights &amp; Implications: Lessons from Poland's History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2976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✨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2011680"/>
            <a:ext cx="109728" cy="109728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1188720" y="19659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Poland's history offers valuable insights into the dynamics of resilience, transformation, and strategic adaptation.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2514600"/>
            <a:ext cx="109728" cy="109728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1188720" y="246888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Poland's historical progression can inform strategic decision-making and risk management in the region.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017520"/>
            <a:ext cx="109728" cy="109728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1188720" y="297180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Poland's experience serves as a case study in maintaining national identity amidst global challenges and changes.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58000" y="4114800"/>
            <a:ext cx="1645920" cy="548640"/>
          </a:xfrm>
          <a:prstGeom prst="rect">
            <a:avLst/>
          </a:prstGeom>
          <a:solidFill>
            <a:srgbClr val="00FFC2">
              <a:alpha val="80000"/>
            </a:srgbClr>
          </a:solidFill>
          <a:ln w="12700">
            <a:solidFill>
              <a:srgbClr val="00FF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2235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920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C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EduScribe 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4864608"/>
            <a:ext cx="1463040" cy="260604"/>
          </a:xfrm>
          <a:prstGeom prst="rect">
            <a:avLst/>
          </a:prstGeom>
          <a:ln/>
        </p:spPr>
      </p:sp>
      <p:sp>
        <p:nvSpPr>
          <p:cNvPr id="21" name="Shape 19"/>
          <p:cNvSpPr/>
          <p:nvPr/>
        </p:nvSpPr>
        <p:spPr>
          <a:xfrm>
            <a:off x="7543800" y="4882896"/>
            <a:ext cx="1371600" cy="224028"/>
          </a:xfrm>
          <a:prstGeom prst="rect">
            <a:avLst/>
          </a:prstGeom>
          <a:solidFill>
            <a:srgbClr val="2A2F47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23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38160" y="4887468"/>
            <a:ext cx="18288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4887468"/>
            <a:ext cx="548640" cy="214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2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4956048"/>
            <a:ext cx="73152" cy="73152"/>
          </a:xfrm>
          <a:prstGeom prst="circle">
            <a:avLst/>
          </a:prstGeom>
          <a:solidFill>
            <a:srgbClr val="1F223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EduScribe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Polski: A Strategic Retrospective</dc:title>
  <dc:subject>zrób prezentacje o historii polski </dc:subject>
  <dc:creator>EduScribe AI</dc:creator>
  <cp:lastModifiedBy>EduScribe AI</cp:lastModifiedBy>
  <cp:revision>1</cp:revision>
  <dcterms:created xsi:type="dcterms:W3CDTF">2025-06-16T13:04:48Z</dcterms:created>
  <dcterms:modified xsi:type="dcterms:W3CDTF">2025-06-16T13:04:48Z</dcterms:modified>
</cp:coreProperties>
</file>