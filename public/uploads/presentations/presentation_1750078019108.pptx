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630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Wprowadzenie: Polska od Pradziejów do Średniowiecza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FF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Wnikliwe spojrzenie na ewolucję Polski od zarania historii do współczesności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645920" y="3383280"/>
            <a:ext cx="73152" cy="73152"/>
          </a:xfrm>
          <a:prstGeom prst="circle">
            <a:avLst/>
          </a:prstGeom>
          <a:solidFill>
            <a:srgbClr val="00FFC2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2918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Polska jako kraina plemion słowiańskich w I wieku n.e.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45920" y="3703320"/>
            <a:ext cx="73152" cy="73152"/>
          </a:xfrm>
          <a:prstGeom prst="circle">
            <a:avLst/>
          </a:prstGeom>
          <a:solidFill>
            <a:srgbClr val="00FFC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6118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Konwersja na chrześcijaństwo i koronacja pierwszego króla w 966 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45920" y="4023360"/>
            <a:ext cx="73152" cy="73152"/>
          </a:xfrm>
          <a:prstGeom prst="circle">
            <a:avLst/>
          </a:prstGeom>
          <a:solidFill>
            <a:srgbClr val="00FFC2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931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Rozwój i ekspansja terytorialna w okresie średniowiecza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0" y="457200"/>
            <a:ext cx="1097280" cy="1097280"/>
          </a:xfrm>
          <a:prstGeom prst="circle">
            <a:avLst/>
          </a:prstGeom>
          <a:solidFill>
            <a:srgbClr val="00FFC2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731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1" name="Shape 19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Złoty Wiek i Rzeczpospolita Obojga Narodów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Rozkwit kultury i nauki w Złotym Wieku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Unia Lubelska i powstanie Rzeczypospolitej Obojga Narodów w 1569 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Konflikty religijne i wojny w XVII wieku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💡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Chronologiczna linia czasu z ważnymi datami i wydarzeniami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Upadek Rzeczypospolitej i Okres Partycji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Sejm Czteroletni i Konstytucja 3 Maja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Trzy rozbiorы Polski i utrata niepodległości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Powstania narodowe przeciw mocarstwom zaborczym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Interaktywna mapa pokazująca zmianę granic Polski podczas partycji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Odrodzenie Polski i II Rzeczpospolita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Odnowienie niepodległości w 1918 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Rozwój polityczny i kulturalny w okresie międzywojennym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Wojna obronna 1939 r. i okupacja niemiecka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📈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Grafika przedstawiająca postacie kluczowe dla odrodzenia Polski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Polska Pod Okupacją i Powstanie Warszawskie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Życie pod okupacją niemiecką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Rola Polskiego Państwa Podziemnego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Powstanie Warszawskie i jego konsekwencje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Zdjęcia archiwalne z okresu okupacji i Powstania Warszawskiego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Polska Ludowa i Czas Przemian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Ustanowienie komunistycznego reżimu po II wojnie światowej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Opór społeczny i powstanie Solidarności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Przeprowadzenie pierwszych wolnych wyborów w 1989 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🔍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Wykres złożony ukazujący kluczowe momenty oporu społecznego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Polska We Współczesnym Świecie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Wejście Polski do NATO i Unii Europejskiej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Rozwój gospodarczy i polityczny w XXI wieku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Polska na tle globalnych wyzwań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💼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Infografika pokazująca Polskę w kontekście międzynarodowym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252B42">
              <a:alpha val="85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Wnioski: Polska - Kraj O Bogatej Historii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76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✨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109728" cy="109728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1188720" y="19659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Rola Polski w historii Europy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2514600"/>
            <a:ext cx="109728" cy="109728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1188720" y="2468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Przezwyciężanie przeciwności przez naród polski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017520"/>
            <a:ext cx="109728" cy="109728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1188720" y="2971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Unikalne osiągnięcia Polski na przestrzeni wieków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0" y="4114800"/>
            <a:ext cx="1645920" cy="548640"/>
          </a:xfrm>
          <a:prstGeom prst="rect">
            <a:avLst/>
          </a:prstGeom>
          <a:solidFill>
            <a:srgbClr val="00FFC2">
              <a:alpha val="8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1" name="Shape 19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EduScribe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Polski: Przegląd Strategiczny</dc:title>
  <dc:subject>masz zrobić prezentacje o historii polski </dc:subject>
  <dc:creator>EduScribe AI</dc:creator>
  <cp:lastModifiedBy>EduScribe AI</cp:lastModifiedBy>
  <cp:revision>1</cp:revision>
  <dcterms:created xsi:type="dcterms:W3CDTF">2025-06-16T12:46:59Z</dcterms:created>
  <dcterms:modified xsi:type="dcterms:W3CDTF">2025-06-16T12:46:59Z</dcterms:modified>
</cp:coreProperties>
</file>