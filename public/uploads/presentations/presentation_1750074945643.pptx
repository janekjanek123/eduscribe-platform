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Slide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Europa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the Cultural Diversity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Unlocking History and Heritage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Europe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Geographical Overview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Political Landscape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Economic Importance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Population Diversity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Union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Formation and Objectives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Member Countries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EU Institutions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Benefits of EU Membership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Marvels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Art and Architecture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Literature and Music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Cuisine and Festivals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Landmarks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Ancient Civilizations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World Wars Impact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Revolutionary Movements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Tourist Destinations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Eiffel Tower, Paris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Colosseum, Rome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Acropolis, Athens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Taj Mahal, Agra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Languages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Major Language Families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Multilingualism in Europe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Impact on Communication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Cuisine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French Cuisine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Italian Delicacies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Spanish Tapas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German Sausages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Festivals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Oktoberfest, Germany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Carnival of Venice, Italy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Running of the Bulls, Spain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Tips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Visa Requirements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Currency Exchange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Etiquette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 Precautions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Europa: 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Diverse Beauty of Europe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Endless Discoveries Await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 Your Next European Adventure!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EduScribe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Discovering Europa: A Journey Through Europe</dc:title>
  <dc:subject>Zrób prezentacje o europie </dc:subject>
  <dc:creator>EduScribe AI</dc:creator>
  <cp:lastModifiedBy>EduScribe AI</cp:lastModifiedBy>
  <cp:revision>1</cp:revision>
  <dcterms:created xsi:type="dcterms:W3CDTF">2025-06-16T11:55:45Z</dcterms:created>
  <dcterms:modified xsi:type="dcterms:W3CDTF">2025-06-16T11:55:45Z</dcterms:modified>
</cp:coreProperties>
</file>